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4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-300" y="-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=""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=""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=""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=""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=""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=""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 smtClean="0"/>
              <a:t>LITECOIN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675810"/>
          </a:xfrm>
        </p:spPr>
        <p:txBody>
          <a:bodyPr>
            <a:normAutofit lnSpcReduction="10000"/>
          </a:bodyPr>
          <a:lstStyle/>
          <a:p>
            <a:r>
              <a:rPr 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Present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By:</a:t>
            </a:r>
          </a:p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Balasankar.s(2019202005)</a:t>
            </a: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Mohamed azarudeen.s(2019202031)</a:t>
            </a:r>
            <a:endParaRPr lang="en-US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=""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Litecoin</a:t>
            </a:r>
            <a:r>
              <a:rPr lang="en-IN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As with the passage of time cryptocurrency is being embraced by the world, individuals are now searching for better investment options in these digital currencies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After seeing the investment scope in </a:t>
            </a:r>
            <a:r>
              <a:rPr lang="en-US" sz="2400" dirty="0" err="1" smtClean="0"/>
              <a:t>Ethereum</a:t>
            </a:r>
            <a:r>
              <a:rPr lang="en-US" sz="2400" dirty="0" smtClean="0"/>
              <a:t> and </a:t>
            </a:r>
            <a:r>
              <a:rPr lang="en-US" sz="2400" dirty="0"/>
              <a:t>Bitcoin, they are now looking forward to </a:t>
            </a:r>
            <a:r>
              <a:rPr lang="en-US" sz="2400" dirty="0" err="1"/>
              <a:t>Litecoin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 As all the cryptocurrencies work on the technology of Blockchain, so does </a:t>
            </a:r>
            <a:r>
              <a:rPr lang="en-US" sz="2400" dirty="0" err="1"/>
              <a:t>Litecoin</a:t>
            </a:r>
            <a:r>
              <a:rPr lang="en-US" sz="2400" dirty="0"/>
              <a:t> too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 blockchain is a technology which is helpful in maintaining open records or blocks between seller and buyer of cryptocurrency.</a:t>
            </a:r>
            <a:endParaRPr lang="en-US" sz="24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48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</a:t>
            </a:r>
            <a:r>
              <a:rPr lang="en-IN" dirty="0" err="1" smtClean="0"/>
              <a:t>Litecoin</a:t>
            </a:r>
            <a:r>
              <a:rPr lang="en-IN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Before understanding what </a:t>
            </a:r>
            <a:r>
              <a:rPr lang="en-US" sz="2400" dirty="0" err="1" smtClean="0"/>
              <a:t>Litecoin</a:t>
            </a:r>
            <a:r>
              <a:rPr lang="en-US" sz="2400" dirty="0" smtClean="0"/>
              <a:t> is, let us first see about its founder.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The </a:t>
            </a:r>
            <a:r>
              <a:rPr lang="en-US" sz="2400" dirty="0"/>
              <a:t>man behind the </a:t>
            </a:r>
            <a:r>
              <a:rPr lang="en-US" sz="2400" dirty="0" err="1"/>
              <a:t>Litecoin</a:t>
            </a:r>
            <a:r>
              <a:rPr lang="en-US" sz="2400" dirty="0"/>
              <a:t> digital currency is Charlie Lee who worked previously with Google group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err="1"/>
              <a:t>Litecoin</a:t>
            </a:r>
            <a:r>
              <a:rPr lang="en-US" sz="2400" dirty="0"/>
              <a:t> was released on GitHub on 7th October 2011 and it went live on 13th October 2011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Technically </a:t>
            </a:r>
            <a:r>
              <a:rPr lang="en-US" sz="2400" dirty="0" err="1"/>
              <a:t>Litecoin</a:t>
            </a:r>
            <a:r>
              <a:rPr lang="en-US" sz="2400" dirty="0"/>
              <a:t> if compared with Bitcoin is a bit different, as hashing algorithm “scrypt” is used instead of “SHA-256” and little modification with GUI makes you experience a fast and better digital currency.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4700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Litecoin</a:t>
            </a:r>
            <a:r>
              <a:rPr lang="en-IN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 err="1"/>
              <a:t>Litecoin</a:t>
            </a:r>
            <a:r>
              <a:rPr lang="en-US" sz="2400" dirty="0"/>
              <a:t> is a currency which has its complete base on peer to peer and It’s been widely accepted in the economy since its release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As with other cryptocurrencies, </a:t>
            </a:r>
            <a:r>
              <a:rPr lang="en-US" sz="2400" dirty="0" err="1" smtClean="0"/>
              <a:t>litecoin</a:t>
            </a:r>
            <a:r>
              <a:rPr lang="en-US" sz="2400" dirty="0" smtClean="0"/>
              <a:t> </a:t>
            </a:r>
            <a:r>
              <a:rPr lang="en-US" sz="2400" dirty="0"/>
              <a:t>also doesn’t require any intermediate body like a bank for making and receiving payments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Let us now understand the buying options available in the market for this coin.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4040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you buy </a:t>
            </a:r>
            <a:r>
              <a:rPr lang="en-US" dirty="0" err="1"/>
              <a:t>Litecoin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If you want to possess litecoins then cryptocurrency mining is one of the options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If mining doesn’t suit you then buying them is the other option of procuring them.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err="1" smtClean="0"/>
              <a:t>Litecoin</a:t>
            </a:r>
            <a:r>
              <a:rPr lang="en-US" sz="2400" dirty="0" smtClean="0"/>
              <a:t> </a:t>
            </a:r>
            <a:r>
              <a:rPr lang="en-US" sz="2400" dirty="0"/>
              <a:t>cannot be directly bought in fiat </a:t>
            </a:r>
            <a:r>
              <a:rPr lang="en-US" sz="2400" dirty="0" smtClean="0"/>
              <a:t>currency, </a:t>
            </a:r>
            <a:r>
              <a:rPr lang="en-US" sz="2400" dirty="0"/>
              <a:t>rather needs to be exchanged against Bitcoins or maybe some other cryptocurrency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This trade of </a:t>
            </a:r>
            <a:r>
              <a:rPr lang="en-US" sz="2400" dirty="0" err="1" smtClean="0"/>
              <a:t>litecoin</a:t>
            </a:r>
            <a:r>
              <a:rPr lang="en-US" sz="2400" dirty="0" smtClean="0"/>
              <a:t> </a:t>
            </a:r>
            <a:r>
              <a:rPr lang="en-US" sz="2400" dirty="0"/>
              <a:t>can be done on the platform called exchange.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5746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you buy </a:t>
            </a:r>
            <a:r>
              <a:rPr lang="en-US" dirty="0" err="1"/>
              <a:t>Litecoin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There exist a lot of exchanges on which cryptocurrencies can be traded</a:t>
            </a:r>
            <a:r>
              <a:rPr lang="en-US" sz="2400" dirty="0" smtClean="0"/>
              <a:t>.</a:t>
            </a:r>
            <a:endParaRPr lang="en-IN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However, there are some options or exchanges which now allow buying </a:t>
            </a:r>
            <a:r>
              <a:rPr lang="en-US" sz="2400" dirty="0" err="1"/>
              <a:t>Litecoin</a:t>
            </a:r>
            <a:r>
              <a:rPr lang="en-US" sz="2400" dirty="0"/>
              <a:t> against US dollars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When a person wishes to initiate an exchange of cryptocurrencies, then arise the need to maintain them in a secure place which is called the wallet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As we need a wallet to keep our fiat money safe similarly, cryptocurrencies are kept in wallets.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6320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Litecoin</a:t>
            </a:r>
            <a:r>
              <a:rPr lang="en-IN" dirty="0"/>
              <a:t> Wallet?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Digital wallets are the platform where Litecoins are stored with security and safety like all other cryptocurrency wallets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These wallets can be easily stored on your iPhones or Android phones or maybe on a computer with the help of software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There is one more way of securing the </a:t>
            </a:r>
            <a:r>
              <a:rPr lang="en-US" sz="2400" dirty="0" err="1" smtClean="0"/>
              <a:t>litecoin</a:t>
            </a:r>
            <a:r>
              <a:rPr lang="en-US" sz="2400" dirty="0"/>
              <a:t>, although it’s an outdated as well as a complex method of storing coins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This method involves the creation of a paper wallet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Here we need to generate and take a printout of the private-key.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1735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Litecoin</a:t>
            </a:r>
            <a:r>
              <a:rPr lang="en-IN" dirty="0"/>
              <a:t> Wallet?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Every </a:t>
            </a:r>
            <a:r>
              <a:rPr lang="en-US" sz="2400" dirty="0"/>
              <a:t>individual wallet has this private-key which further helps in receiving and sending litecoins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As internet can be hacked but hardcopy cannot be, thus this offline method can be considered more secure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There are more than a ton of wallets where you can store these coins. </a:t>
            </a:r>
            <a:endParaRPr lang="en-US" sz="24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There </a:t>
            </a:r>
            <a:r>
              <a:rPr lang="en-US" sz="2400" dirty="0"/>
              <a:t>are 4 types of wallets to store them</a:t>
            </a:r>
            <a:r>
              <a:rPr lang="en-US" sz="2400" dirty="0" smtClean="0"/>
              <a:t>:</a:t>
            </a:r>
          </a:p>
          <a:p>
            <a:pPr marL="201168" lvl="1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2214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Litecoin</a:t>
            </a:r>
            <a:r>
              <a:rPr lang="en-IN" dirty="0"/>
              <a:t> </a:t>
            </a:r>
            <a:r>
              <a:rPr lang="en-IN" dirty="0" smtClean="0"/>
              <a:t>Wallets: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Paper </a:t>
            </a:r>
            <a:r>
              <a:rPr lang="en-US" sz="2400" b="1" dirty="0"/>
              <a:t>Wallet: </a:t>
            </a:r>
            <a:r>
              <a:rPr lang="en-US" sz="2400" dirty="0"/>
              <a:t>these wallets are considered to be the safest option to store the coins. The ultimate reason is that the user has complete control over this printed version.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1</a:t>
            </a:r>
            <a:r>
              <a:rPr lang="en-US" sz="2400" dirty="0"/>
              <a:t>. They are cold storage i.e. offline storage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2</a:t>
            </a:r>
            <a:r>
              <a:rPr lang="en-US" sz="2400" dirty="0"/>
              <a:t>. Private Key and public key are printed in form of QR code. </a:t>
            </a:r>
            <a:endParaRPr lang="en-US" sz="2400" dirty="0" smtClean="0"/>
          </a:p>
          <a:p>
            <a:r>
              <a:rPr lang="en-US" sz="2400" dirty="0" smtClean="0"/>
              <a:t>	3</a:t>
            </a:r>
            <a:r>
              <a:rPr lang="en-US" sz="2400" dirty="0"/>
              <a:t>. There isn’t any need to be afraid of hackers.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680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Litecoin</a:t>
            </a:r>
            <a:r>
              <a:rPr lang="en-IN" dirty="0"/>
              <a:t> Wallets: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Mobile </a:t>
            </a:r>
            <a:r>
              <a:rPr lang="en-US" sz="2400" b="1" dirty="0"/>
              <a:t>Wallet: </a:t>
            </a:r>
            <a:r>
              <a:rPr lang="en-US" sz="2400" dirty="0"/>
              <a:t>an application needs to be downloaded on Android or iPhone to use this wallet. </a:t>
            </a:r>
          </a:p>
          <a:p>
            <a:r>
              <a:rPr lang="en-US" sz="2400" b="1" dirty="0" smtClean="0"/>
              <a:t>Hardware </a:t>
            </a:r>
            <a:r>
              <a:rPr lang="en-US" sz="2400" b="1" dirty="0"/>
              <a:t>Wallet: </a:t>
            </a:r>
            <a:r>
              <a:rPr lang="en-US" sz="2400" dirty="0"/>
              <a:t>these are physical devices meant for the currency storage purpose.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1</a:t>
            </a:r>
            <a:r>
              <a:rPr lang="en-US" sz="2400" dirty="0"/>
              <a:t>. It can be in the form of a USB Stick.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2. Ledger </a:t>
            </a:r>
            <a:r>
              <a:rPr lang="en-US" sz="2400" dirty="0"/>
              <a:t>Nano S and Trezor are the two hardware wallets which can </a:t>
            </a:r>
            <a:r>
              <a:rPr lang="en-US" sz="2400" dirty="0" smtClean="0"/>
              <a:t>		     be </a:t>
            </a:r>
            <a:r>
              <a:rPr lang="en-US" sz="2400" dirty="0"/>
              <a:t>utilized to store Litecoins.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4919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Litecoin</a:t>
            </a:r>
            <a:r>
              <a:rPr lang="en-IN" dirty="0"/>
              <a:t> Wallets: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Desktop </a:t>
            </a:r>
            <a:r>
              <a:rPr lang="en-US" sz="2400" b="1" dirty="0"/>
              <a:t>Wallet:</a:t>
            </a:r>
            <a:r>
              <a:rPr lang="en-US" sz="2400" dirty="0"/>
              <a:t> the device required to use this wallet is a computer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1. You </a:t>
            </a:r>
            <a:r>
              <a:rPr lang="en-US" sz="2400" dirty="0"/>
              <a:t>need one system, laptop or desktop.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2. The </a:t>
            </a:r>
            <a:r>
              <a:rPr lang="en-US" sz="2400" dirty="0"/>
              <a:t>software has to be downloaded.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3. The </a:t>
            </a:r>
            <a:r>
              <a:rPr lang="en-US" sz="2400" dirty="0"/>
              <a:t>wallet has to be accessed on that particular system where </a:t>
            </a:r>
            <a:r>
              <a:rPr lang="en-US" sz="2400" dirty="0" smtClean="0"/>
              <a:t>		     software </a:t>
            </a:r>
            <a:r>
              <a:rPr lang="en-US" sz="2400" dirty="0"/>
              <a:t>has been installed.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4. Although </a:t>
            </a:r>
            <a:r>
              <a:rPr lang="en-US" sz="2400" dirty="0"/>
              <a:t>it is a safe platform but can at times become difficult to </a:t>
            </a:r>
            <a:r>
              <a:rPr lang="en-US" sz="2400" dirty="0" smtClean="0"/>
              <a:t>                  	    access </a:t>
            </a:r>
            <a:r>
              <a:rPr lang="en-US" sz="2400" dirty="0"/>
              <a:t>as the same computer would be required while transacting.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4007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difference between Bitcoin &amp; </a:t>
            </a:r>
            <a:r>
              <a:rPr lang="en-US" dirty="0" err="1"/>
              <a:t>Litecoin</a:t>
            </a:r>
            <a:r>
              <a:rPr lang="en-US" dirty="0"/>
              <a:t>?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 </a:t>
            </a:r>
            <a:r>
              <a:rPr lang="en-US" sz="2400" dirty="0"/>
              <a:t>Bitcoin, as was the first cryptocurrency which came into existence ever after its creation in the year 2009. </a:t>
            </a:r>
            <a:endParaRPr lang="en-US" sz="24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It </a:t>
            </a:r>
            <a:r>
              <a:rPr lang="en-US" sz="2400" dirty="0"/>
              <a:t>has set certain benchmark and performance standards, and in order to analyze the performance of any other currency, the older currency needs to be compared. </a:t>
            </a:r>
            <a:endParaRPr lang="en-US" sz="24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Thus </a:t>
            </a:r>
            <a:r>
              <a:rPr lang="en-US" sz="2400" dirty="0"/>
              <a:t>to really understand how </a:t>
            </a:r>
            <a:r>
              <a:rPr lang="en-US" sz="2400" dirty="0" err="1"/>
              <a:t>Litecoin</a:t>
            </a:r>
            <a:r>
              <a:rPr lang="en-US" sz="2400" dirty="0"/>
              <a:t> is doing in financial market we need to compare it with Bitcoin. </a:t>
            </a:r>
            <a:endParaRPr lang="en-US" sz="24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It </a:t>
            </a:r>
            <a:r>
              <a:rPr lang="en-US" sz="2400" dirty="0"/>
              <a:t>is also said for </a:t>
            </a:r>
            <a:r>
              <a:rPr lang="en-US" sz="2400" dirty="0" err="1"/>
              <a:t>Litecoin</a:t>
            </a:r>
            <a:r>
              <a:rPr lang="en-US" sz="2400" dirty="0"/>
              <a:t> that, it is considered to be a clone of Bitcoin.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3888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difference between Bitcoin &amp; </a:t>
            </a:r>
            <a:r>
              <a:rPr lang="en-US" dirty="0" err="1"/>
              <a:t>Litecoin</a:t>
            </a:r>
            <a:r>
              <a:rPr lang="en-US" dirty="0"/>
              <a:t>?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35508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 </a:t>
            </a:r>
            <a:r>
              <a:rPr lang="en-US" sz="2400" dirty="0"/>
              <a:t>Although both the terminologies </a:t>
            </a:r>
            <a:r>
              <a:rPr lang="en-US" sz="2400" dirty="0" err="1"/>
              <a:t>Litecoin</a:t>
            </a:r>
            <a:r>
              <a:rPr lang="en-US" sz="2400" dirty="0"/>
              <a:t> and Bitcoin belong to the same class i.e. Cryptocurrency, but there are several differences between the two</a:t>
            </a:r>
            <a:r>
              <a:rPr lang="en-US" sz="2400" dirty="0" smtClean="0"/>
              <a:t>.</a:t>
            </a:r>
          </a:p>
          <a:p>
            <a:pPr marL="63550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If we observe from the surface then both of them are similar and share several common aspects</a:t>
            </a:r>
            <a:r>
              <a:rPr lang="en-US" sz="2400" dirty="0" smtClean="0"/>
              <a:t>.</a:t>
            </a:r>
          </a:p>
          <a:p>
            <a:pPr marL="635508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Let us try to analyze the difference between them</a:t>
            </a:r>
            <a:r>
              <a:rPr lang="en-US" sz="2400" dirty="0" smtClean="0"/>
              <a:t>.</a:t>
            </a:r>
          </a:p>
          <a:p>
            <a:pPr marL="635508" lvl="1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1079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difference between Bitcoin &amp; </a:t>
            </a:r>
            <a:r>
              <a:rPr lang="en-US" dirty="0" err="1"/>
              <a:t>Litecoin</a:t>
            </a:r>
            <a:r>
              <a:rPr lang="en-US" dirty="0"/>
              <a:t>?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Fast </a:t>
            </a:r>
            <a:r>
              <a:rPr lang="en-US" sz="2400" dirty="0"/>
              <a:t>Mining: </a:t>
            </a:r>
            <a:endParaRPr lang="en-US" sz="2400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 smtClean="0"/>
              <a:t>On </a:t>
            </a:r>
            <a:r>
              <a:rPr lang="en-US" sz="2000" dirty="0"/>
              <a:t>technical grounds, </a:t>
            </a:r>
            <a:r>
              <a:rPr lang="en-US" sz="2000" dirty="0" err="1"/>
              <a:t>Litecoin</a:t>
            </a:r>
            <a:r>
              <a:rPr lang="en-US" sz="2000" dirty="0"/>
              <a:t> aims to process every block at every 2.5 minutes whereas Bitcoin has its time as 10 minutes, which makes </a:t>
            </a:r>
            <a:r>
              <a:rPr lang="en-US" sz="2000" dirty="0" err="1"/>
              <a:t>Litecoin</a:t>
            </a:r>
            <a:r>
              <a:rPr lang="en-US" sz="2000" dirty="0"/>
              <a:t> transactions faster than that of the </a:t>
            </a:r>
            <a:r>
              <a:rPr lang="en-US" sz="2000" dirty="0" smtClean="0"/>
              <a:t>Bitcoin.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 smtClean="0"/>
              <a:t>Date </a:t>
            </a:r>
            <a:r>
              <a:rPr lang="en-US" sz="2400" dirty="0"/>
              <a:t>of creation: </a:t>
            </a:r>
            <a:endParaRPr lang="en-US" sz="2400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 smtClean="0"/>
              <a:t>Bitcoin </a:t>
            </a:r>
            <a:r>
              <a:rPr lang="en-US" sz="2000" dirty="0"/>
              <a:t>was created two years before the creation of </a:t>
            </a:r>
            <a:r>
              <a:rPr lang="en-US" sz="2000" dirty="0" err="1"/>
              <a:t>Litecoin</a:t>
            </a:r>
            <a:r>
              <a:rPr lang="en-US" sz="2000" dirty="0"/>
              <a:t>, i.e. on 3rd January 2009 Bitcoin was created and </a:t>
            </a:r>
            <a:r>
              <a:rPr lang="en-US" sz="2000" dirty="0" err="1"/>
              <a:t>Litecoin</a:t>
            </a:r>
            <a:r>
              <a:rPr lang="en-US" sz="2000" dirty="0"/>
              <a:t> was created on 7th October 2011</a:t>
            </a:r>
            <a:r>
              <a:rPr lang="en-US" sz="20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 difference of Algorithm: </a:t>
            </a:r>
            <a:endParaRPr lang="en-US" sz="2400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000" dirty="0" err="1" smtClean="0"/>
              <a:t>Litecoin</a:t>
            </a:r>
            <a:r>
              <a:rPr lang="en-US" sz="2000" dirty="0" smtClean="0"/>
              <a:t> </a:t>
            </a:r>
            <a:r>
              <a:rPr lang="en-US" sz="2000" dirty="0"/>
              <a:t>uses the proof of work algorithm scrypt whereas Bitcoin uses SHA-256 technology.</a:t>
            </a:r>
          </a:p>
          <a:p>
            <a:pPr marL="384048" lvl="2" indent="0">
              <a:buNone/>
            </a:pPr>
            <a:endParaRPr lang="en-US" sz="2000" dirty="0"/>
          </a:p>
          <a:p>
            <a:pPr marL="384048" lvl="2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3733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difference between Bitcoin &amp; </a:t>
            </a:r>
            <a:r>
              <a:rPr lang="en-US" dirty="0" err="1"/>
              <a:t>Litecoin</a:t>
            </a:r>
            <a:r>
              <a:rPr lang="en-US" dirty="0"/>
              <a:t>?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>
              <a:buFont typeface="Arial" panose="020B0604020202020204" pitchFamily="34" charset="0"/>
              <a:buChar char="•"/>
            </a:pPr>
            <a:r>
              <a:rPr lang="en-US" sz="2400" dirty="0"/>
              <a:t>Mining Aspect: </a:t>
            </a:r>
            <a:endParaRPr lang="en-US" sz="2400" dirty="0" smtClean="0"/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000" dirty="0" smtClean="0"/>
              <a:t>FPGA </a:t>
            </a:r>
            <a:r>
              <a:rPr lang="en-US" sz="2000" dirty="0"/>
              <a:t>and ASIC devices are used for mining </a:t>
            </a:r>
            <a:r>
              <a:rPr lang="en-US" sz="2000" dirty="0" err="1"/>
              <a:t>litecoin</a:t>
            </a:r>
            <a:r>
              <a:rPr lang="en-US" sz="2000" dirty="0"/>
              <a:t> due to its “scrypt” algorithm technology which is complicated as well as expensive to mine</a:t>
            </a:r>
            <a:r>
              <a:rPr lang="en-US" sz="2000" dirty="0" smtClean="0"/>
              <a:t>.</a:t>
            </a:r>
            <a:endParaRPr lang="en-IN" sz="20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dirty="0"/>
              <a:t>Coins to be released: </a:t>
            </a:r>
            <a:endParaRPr lang="en-US" sz="2400" dirty="0" smtClean="0"/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000" dirty="0" smtClean="0"/>
              <a:t>Number </a:t>
            </a:r>
            <a:r>
              <a:rPr lang="en-US" sz="2000" dirty="0"/>
              <a:t>of bitcoins to be released is 21 million whereas </a:t>
            </a:r>
            <a:r>
              <a:rPr lang="en-US" sz="2000" dirty="0" err="1"/>
              <a:t>litecoin</a:t>
            </a:r>
            <a:r>
              <a:rPr lang="en-US" sz="2000" dirty="0"/>
              <a:t> is 84 million to be released</a:t>
            </a:r>
            <a:r>
              <a:rPr lang="en-US" sz="2000" dirty="0" smtClean="0"/>
              <a:t>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dirty="0"/>
              <a:t>Gold v/s Silver: </a:t>
            </a:r>
            <a:endParaRPr lang="en-US" sz="2400" dirty="0" smtClean="0"/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000" dirty="0" smtClean="0"/>
              <a:t>Bitcoin </a:t>
            </a:r>
            <a:r>
              <a:rPr lang="en-US" sz="2000" dirty="0"/>
              <a:t>and </a:t>
            </a:r>
            <a:r>
              <a:rPr lang="en-US" sz="2000" dirty="0" err="1"/>
              <a:t>Litecoin</a:t>
            </a:r>
            <a:r>
              <a:rPr lang="en-US" sz="2000" dirty="0"/>
              <a:t> can be compared with Gold and Silver in the real world</a:t>
            </a:r>
            <a:r>
              <a:rPr lang="en-US" sz="2000" dirty="0" smtClean="0"/>
              <a:t>.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sz="2000" dirty="0"/>
              <a:t>The worth of both can be respectively </a:t>
            </a:r>
            <a:r>
              <a:rPr lang="en-US" sz="2000" dirty="0" smtClean="0"/>
              <a:t>similar.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56875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features of </a:t>
            </a:r>
            <a:r>
              <a:rPr lang="en-US" dirty="0" err="1" smtClean="0"/>
              <a:t>Litecoin</a:t>
            </a:r>
            <a:r>
              <a:rPr lang="en-US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There are 4 Unique Features of </a:t>
            </a:r>
            <a:r>
              <a:rPr lang="en-US" sz="2400" dirty="0" err="1"/>
              <a:t>Litecoin</a:t>
            </a:r>
            <a:r>
              <a:rPr lang="en-US" sz="2400" dirty="0"/>
              <a:t> which give immense strength to its basic concept. These features are enlisted </a:t>
            </a:r>
            <a:r>
              <a:rPr lang="en-US" sz="2400" dirty="0" smtClean="0"/>
              <a:t>below:</a:t>
            </a:r>
          </a:p>
          <a:p>
            <a:pPr marL="1517120" lvl="8" indent="0">
              <a:buNone/>
            </a:pPr>
            <a:r>
              <a:rPr lang="en-US" sz="2100" dirty="0" smtClean="0"/>
              <a:t>• Speed,</a:t>
            </a:r>
          </a:p>
          <a:p>
            <a:pPr marL="1517120" lvl="8" indent="0">
              <a:buNone/>
            </a:pPr>
            <a:r>
              <a:rPr lang="en-US" sz="2100" dirty="0" smtClean="0"/>
              <a:t>• </a:t>
            </a:r>
            <a:r>
              <a:rPr lang="en-US" sz="2100" dirty="0"/>
              <a:t>Liquidity, </a:t>
            </a:r>
            <a:endParaRPr lang="en-US" sz="2100" dirty="0" smtClean="0"/>
          </a:p>
          <a:p>
            <a:pPr marL="1517120" lvl="8" indent="0">
              <a:buNone/>
            </a:pPr>
            <a:r>
              <a:rPr lang="en-US" sz="2100" dirty="0" smtClean="0"/>
              <a:t>• Equality,</a:t>
            </a:r>
          </a:p>
          <a:p>
            <a:pPr marL="1517120" lvl="8" indent="0">
              <a:buNone/>
            </a:pPr>
            <a:r>
              <a:rPr lang="en-US" sz="2100" dirty="0" smtClean="0"/>
              <a:t>• </a:t>
            </a:r>
            <a:r>
              <a:rPr lang="en-US" sz="2100" dirty="0"/>
              <a:t>Fast Technology</a:t>
            </a:r>
            <a:r>
              <a:rPr lang="en-US" sz="21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All the above-mentioned features of </a:t>
            </a:r>
            <a:r>
              <a:rPr lang="en-US" sz="2400" dirty="0" err="1"/>
              <a:t>Litecoin</a:t>
            </a:r>
            <a:r>
              <a:rPr lang="en-US" sz="2400" dirty="0"/>
              <a:t> take it ahead of Bitcoin. </a:t>
            </a: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3331909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features of </a:t>
            </a:r>
            <a:r>
              <a:rPr lang="en-US" dirty="0" err="1"/>
              <a:t>Litecoin</a:t>
            </a:r>
            <a:r>
              <a:rPr lang="en-US" dirty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In terms of technology, </a:t>
            </a:r>
            <a:r>
              <a:rPr lang="en-US" sz="2400" dirty="0" err="1"/>
              <a:t>litecoin</a:t>
            </a:r>
            <a:r>
              <a:rPr lang="en-US" sz="2400" dirty="0"/>
              <a:t> is working on testing and implementing concept which is faster than Bitcoin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Liquidity of 84 million coins in comparison to 21 million Bitcoins brings more satisfaction on the face of miners and investors having faith in </a:t>
            </a:r>
            <a:r>
              <a:rPr lang="en-US" sz="2400" dirty="0" err="1"/>
              <a:t>litecoin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At the Initial stages, Charlie lee faced failure because he was involved in the reviving team of </a:t>
            </a:r>
            <a:r>
              <a:rPr lang="en-US" sz="2400" dirty="0" err="1"/>
              <a:t>Fairbix</a:t>
            </a:r>
            <a:r>
              <a:rPr lang="en-US" sz="2400" dirty="0"/>
              <a:t> blocks but unfortunately it was not revived and he launched </a:t>
            </a:r>
            <a:r>
              <a:rPr lang="en-US" sz="2400" dirty="0" err="1"/>
              <a:t>Litecoin</a:t>
            </a:r>
            <a:r>
              <a:rPr lang="en-US" sz="2400" dirty="0"/>
              <a:t> cryptocurrency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41723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earn </a:t>
            </a:r>
            <a:r>
              <a:rPr lang="en-IN" dirty="0" err="1"/>
              <a:t>Litecoin</a:t>
            </a:r>
            <a:r>
              <a:rPr lang="en-IN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There are platforms available on the internet, various websites where you just need to visit and do what you already know to do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You don’t need to do something new or even technical</a:t>
            </a:r>
            <a:r>
              <a:rPr lang="en-US" sz="2400" dirty="0" smtClean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You just need to enter into some engaging activities on the internet and you can grab some litecoins as a reward without mining them or even exchanging </a:t>
            </a:r>
            <a:r>
              <a:rPr lang="en-US" sz="2400" dirty="0" smtClean="0"/>
              <a:t>them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999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earn </a:t>
            </a:r>
            <a:r>
              <a:rPr lang="en-IN" dirty="0" err="1"/>
              <a:t>Litecoin</a:t>
            </a:r>
            <a:r>
              <a:rPr lang="en-IN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There are certain tasks that you can accomplish to earn </a:t>
            </a:r>
            <a:r>
              <a:rPr lang="en-US" sz="2400" dirty="0" err="1"/>
              <a:t>Litecoin</a:t>
            </a:r>
            <a:r>
              <a:rPr lang="en-US" sz="2400" dirty="0"/>
              <a:t> which are: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Watching </a:t>
            </a:r>
            <a:r>
              <a:rPr lang="en-US" sz="2000" dirty="0"/>
              <a:t>ads: there are some video ads watching which could help you earn Litecoins. These ads can be viewed on a cell phone or computers as well. 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Playing </a:t>
            </a:r>
            <a:r>
              <a:rPr lang="en-US" sz="2000" dirty="0"/>
              <a:t>games: Free Litecoins can also be earned just by downloading a game on your mobile phone and playing it. 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Doing </a:t>
            </a:r>
            <a:r>
              <a:rPr lang="en-US" sz="2000" dirty="0"/>
              <a:t>surveys: there are some surveys which are sponsored and needs to be done daily (at times), which can help you earn Litecoins. 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Refer </a:t>
            </a:r>
            <a:r>
              <a:rPr lang="en-US" sz="2000" dirty="0"/>
              <a:t>a friend: this invitation to other friends can help you earn, as they would earn so would you along with them.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8941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YOU…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82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TWO.pptx" id="{769520F8-BFE5-4C8C-A7AA-375C025A91CE}" vid="{AEAFD717-D3C8-4034-8F7E-D5220B0CCEB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 monochrome</Template>
  <TotalTime>0</TotalTime>
  <Words>1333</Words>
  <Application>Microsoft Office PowerPoint</Application>
  <PresentationFormat>Custom</PresentationFormat>
  <Paragraphs>102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1_RetrospectVTI</vt:lpstr>
      <vt:lpstr>LITECOIN</vt:lpstr>
      <vt:lpstr>What is Litecoin?</vt:lpstr>
      <vt:lpstr>What is Litecoin?</vt:lpstr>
      <vt:lpstr>What is Litecoin?</vt:lpstr>
      <vt:lpstr>How can you buy Litecoin?</vt:lpstr>
      <vt:lpstr>How can you buy Litecoin?</vt:lpstr>
      <vt:lpstr>What is Litecoin Wallet?</vt:lpstr>
      <vt:lpstr>What is Litecoin Wallet?</vt:lpstr>
      <vt:lpstr>Litecoin Wallets:</vt:lpstr>
      <vt:lpstr>Litecoin Wallets:</vt:lpstr>
      <vt:lpstr>Litecoin Wallets:</vt:lpstr>
      <vt:lpstr>What is the difference between Bitcoin &amp; Litecoin? </vt:lpstr>
      <vt:lpstr>What is the difference between Bitcoin &amp; Litecoin? </vt:lpstr>
      <vt:lpstr>What is the difference between Bitcoin &amp; Litecoin? </vt:lpstr>
      <vt:lpstr>What is the difference between Bitcoin &amp; Litecoin? </vt:lpstr>
      <vt:lpstr>What are the features of Litecoin?</vt:lpstr>
      <vt:lpstr>What are the features of Litecoin?</vt:lpstr>
      <vt:lpstr>How to earn Litecoin?</vt:lpstr>
      <vt:lpstr>How to earn Litecoin?</vt:lpstr>
      <vt:lpstr>THANK YOU…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2021-05-25T04:38:28Z</dcterms:created>
  <dcterms:modified xsi:type="dcterms:W3CDTF">2021-05-27T05:07:03Z</dcterms:modified>
</cp:coreProperties>
</file>